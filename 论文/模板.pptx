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C3C35-7123-00BB-6C29-2E83EAEE3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586161-694D-3126-0FC5-ADCA865C4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630DE-641C-373C-8F1F-C320C7F7B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6C90A7-0DC7-59A8-BA9C-A74A7DB5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9DF024-2BF0-87E5-C981-065DE829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74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3CA14-05AA-99D3-CE40-9F1C30954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C3426E-5EB8-3406-6068-704003793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FE7893-3FE3-20D6-6FEC-AEAA908D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A04815-D85A-ABF9-5886-B137863E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2F0DA4-6BD3-D851-443E-089ECB33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135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7A211-D334-2DCE-FAC2-4FF3AFDDA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2C098B-D981-A6E9-BD29-6D331A5D8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FD3C60-3E84-85DB-5A65-83CC3F1B6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937E74-C363-13AA-0F30-AD749DBBA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CABA67-0F72-E0AF-6C6F-8741302DA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616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EAEC9-4A61-633D-33F7-A34CE4E65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C45AE1-CAC5-8C35-DE78-6BCF7E44F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37ADF7-271E-3BAB-4FBC-5DC47CD4B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8C045B-D4A0-50B2-FC11-B66193D54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15E448-8F48-7719-243E-4755DA105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E614CC-4595-B0AE-B33E-B75C71D5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67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E606A6-B811-F627-B3F5-650D9707F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F401AF-82A0-54C2-794F-FE335575F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7F4627-7599-21AF-B36E-7A417786A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67713EC-A18D-F2C2-617A-058CCE375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FDE5D3-A661-8F07-BFDA-5FCA845C5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7077EB-DFF9-98B9-EE66-2893A68A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181436-1301-DEF3-2C0C-972095753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ADAC10-EC2A-3E77-F971-8E098DAE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51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144A48-0EE5-391A-A72F-9DC992F1F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17B7F0-7E2E-EC55-1589-175862A0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D5ABED-F37C-C9C5-565A-A7456F05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A96CF7-5727-5561-4E70-8F9B9674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590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214BEB-D47A-1AA5-B2F8-D4BB162A2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D47916-550C-8590-04EC-118462A8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3B0C97-07DF-0192-9537-76B189A7E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92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0D7B4-4800-E430-4A94-1483A3DE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7AD66-6BF8-4202-FCD5-BB625B5A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A39C74-57E0-7F5B-48B5-9E4DB757E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0A2FD1-7A38-F8B9-57D5-8D26FCC8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CEB7DC-A9B9-C6B8-C74A-D6D001AE8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E03C18-4C1E-919D-D4E9-872316A2E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533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D70B82-D92C-E172-2686-82AAB88B6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AF69692-58A6-A8C3-657F-E640354E2F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D8BA57-AD05-95E3-C693-BEB0827C7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A82FF0-82A4-9A58-9954-2F62D7468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771AD5-3E9D-4310-9C07-81B644F8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F00B93-CD06-AD3D-4DAD-EF723FF60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04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9211A-73E2-5299-F137-22EDFF87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E71D4D-254F-30F2-5935-9ABC746C1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A45A07-4AB5-4E70-3EDB-C0468069C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BF74D3-8AE2-2725-E841-B60754896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98E89B-1DFE-A63C-6381-11D0DC4BE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32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66D614-9125-61E4-97D6-1F7510546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CF5C22-FE00-A0F5-49C2-DA5B1A27C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94BFC5-2C3F-FF2C-30E6-4F4E1A603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E65F78-AB89-2F01-6724-E22AEA31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1639DB-5694-5288-B695-1511C9A16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262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B74A296-AE28-A155-742E-632A49F2A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5AC2B9-398B-DFFF-DDAE-65F309992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F4EEB3-EEE9-5545-9235-AEFB46FA28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9780C-7B0C-4D26-881C-19CA456AC4B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18E142-71E8-6F8E-8E8E-40BB88319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8441E4-C6CD-CEB7-9CF6-D3133A6DA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4F7DE-D940-4A79-83E9-08A2DD9F07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906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99D7-04BD-77A4-34E5-586EE93D5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511E056-6B95-A629-2D3E-CDEBF61D722B}"/>
              </a:ext>
            </a:extLst>
          </p:cNvPr>
          <p:cNvSpPr/>
          <p:nvPr/>
        </p:nvSpPr>
        <p:spPr>
          <a:xfrm>
            <a:off x="5616141" y="5647099"/>
            <a:ext cx="2322322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AE75D5-B453-AF77-0970-7BB899627EE4}"/>
              </a:ext>
            </a:extLst>
          </p:cNvPr>
          <p:cNvSpPr txBox="1"/>
          <p:nvPr/>
        </p:nvSpPr>
        <p:spPr>
          <a:xfrm>
            <a:off x="5705422" y="5689321"/>
            <a:ext cx="214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mitigation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80AC84-AADF-5AC1-449F-45AA5334145A}"/>
              </a:ext>
            </a:extLst>
          </p:cNvPr>
          <p:cNvSpPr txBox="1"/>
          <p:nvPr/>
        </p:nvSpPr>
        <p:spPr>
          <a:xfrm>
            <a:off x="2637229" y="1403131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18F17E-B9E8-289E-F29C-9FB7317D0640}"/>
              </a:ext>
            </a:extLst>
          </p:cNvPr>
          <p:cNvSpPr txBox="1"/>
          <p:nvPr/>
        </p:nvSpPr>
        <p:spPr>
          <a:xfrm>
            <a:off x="6460892" y="1408536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86E585-9B26-4D1D-9468-CB7CDCC71526}"/>
              </a:ext>
            </a:extLst>
          </p:cNvPr>
          <p:cNvSpPr txBox="1"/>
          <p:nvPr/>
        </p:nvSpPr>
        <p:spPr>
          <a:xfrm>
            <a:off x="2577031" y="3618437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052CC5-37C4-C665-27D2-A1927B7683B6}"/>
              </a:ext>
            </a:extLst>
          </p:cNvPr>
          <p:cNvSpPr txBox="1"/>
          <p:nvPr/>
        </p:nvSpPr>
        <p:spPr>
          <a:xfrm>
            <a:off x="6044893" y="3632077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8BCECDC-B5C7-A8C5-7FA9-7AA254963511}"/>
              </a:ext>
            </a:extLst>
          </p:cNvPr>
          <p:cNvSpPr/>
          <p:nvPr/>
        </p:nvSpPr>
        <p:spPr>
          <a:xfrm>
            <a:off x="2618179" y="2289990"/>
            <a:ext cx="778002" cy="369332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GGDP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F5692145-657B-1DDF-7DBF-9D150B4509F3}"/>
              </a:ext>
            </a:extLst>
          </p:cNvPr>
          <p:cNvGrpSpPr/>
          <p:nvPr/>
        </p:nvGrpSpPr>
        <p:grpSpPr>
          <a:xfrm>
            <a:off x="3519842" y="4068235"/>
            <a:ext cx="637614" cy="1173029"/>
            <a:chOff x="3213989" y="1644854"/>
            <a:chExt cx="637614" cy="1326946"/>
          </a:xfrm>
        </p:grpSpPr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947F5D18-2BFE-30A4-C807-DC9B3A805B6E}"/>
                </a:ext>
              </a:extLst>
            </p:cNvPr>
            <p:cNvCxnSpPr>
              <a:stCxn id="16" idx="3"/>
            </p:cNvCxnSpPr>
            <p:nvPr/>
          </p:nvCxnSpPr>
          <p:spPr>
            <a:xfrm>
              <a:off x="3396181" y="2493150"/>
              <a:ext cx="45542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E348F0E0-432A-18EB-3565-9B988FCA0C6B}"/>
                </a:ext>
              </a:extLst>
            </p:cNvPr>
            <p:cNvCxnSpPr>
              <a:cxnSpLocks/>
            </p:cNvCxnSpPr>
            <p:nvPr/>
          </p:nvCxnSpPr>
          <p:spPr>
            <a:xfrm>
              <a:off x="3213989" y="1644854"/>
              <a:ext cx="2555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46A297B2-49D4-9329-8560-EB699BA93A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3989" y="2970734"/>
              <a:ext cx="227711" cy="10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14E7ED54-8E10-1805-114E-D8735F54A894}"/>
                </a:ext>
              </a:extLst>
            </p:cNvPr>
            <p:cNvCxnSpPr/>
            <p:nvPr/>
          </p:nvCxnSpPr>
          <p:spPr>
            <a:xfrm>
              <a:off x="3213989" y="1644854"/>
              <a:ext cx="0" cy="13269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894CE7C-B266-3E58-4D51-8A2B8A369441}"/>
              </a:ext>
            </a:extLst>
          </p:cNvPr>
          <p:cNvSpPr/>
          <p:nvPr/>
        </p:nvSpPr>
        <p:spPr>
          <a:xfrm>
            <a:off x="3893131" y="1463891"/>
            <a:ext cx="1545963" cy="641528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emmissions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8F31089-7DA1-6BB3-B87E-07A0D4E230EF}"/>
              </a:ext>
            </a:extLst>
          </p:cNvPr>
          <p:cNvSpPr/>
          <p:nvPr/>
        </p:nvSpPr>
        <p:spPr>
          <a:xfrm>
            <a:off x="3842195" y="2227172"/>
            <a:ext cx="2157729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of              natural resource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8D2D96C-E2CB-1241-A058-E97500BDAC62}"/>
              </a:ext>
            </a:extLst>
          </p:cNvPr>
          <p:cNvSpPr/>
          <p:nvPr/>
        </p:nvSpPr>
        <p:spPr>
          <a:xfrm>
            <a:off x="3876317" y="2922572"/>
            <a:ext cx="2123608" cy="37793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utilization cost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486B294-8367-E830-34F3-7CE36F42CD47}"/>
              </a:ext>
            </a:extLst>
          </p:cNvPr>
          <p:cNvSpPr/>
          <p:nvPr/>
        </p:nvSpPr>
        <p:spPr>
          <a:xfrm>
            <a:off x="6653889" y="1839316"/>
            <a:ext cx="1111854" cy="519330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structure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59B35F5E-C6D4-3A64-F7F4-57ED33684858}"/>
              </a:ext>
            </a:extLst>
          </p:cNvPr>
          <p:cNvSpPr/>
          <p:nvPr/>
        </p:nvSpPr>
        <p:spPr>
          <a:xfrm>
            <a:off x="9557919" y="3006266"/>
            <a:ext cx="869743" cy="344081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53370D5-658B-AF50-06C6-9D5C13CEFDC0}"/>
              </a:ext>
            </a:extLst>
          </p:cNvPr>
          <p:cNvSpPr txBox="1"/>
          <p:nvPr/>
        </p:nvSpPr>
        <p:spPr>
          <a:xfrm>
            <a:off x="9555304" y="2636934"/>
            <a:ext cx="10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5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45ADECD6-E5B9-FB82-E453-78DA870FCB5C}"/>
              </a:ext>
            </a:extLst>
          </p:cNvPr>
          <p:cNvSpPr/>
          <p:nvPr/>
        </p:nvSpPr>
        <p:spPr>
          <a:xfrm>
            <a:off x="9555304" y="1599988"/>
            <a:ext cx="795212" cy="411665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78D2770-75E0-42EB-26B0-5B1E4BF44E27}"/>
              </a:ext>
            </a:extLst>
          </p:cNvPr>
          <p:cNvSpPr/>
          <p:nvPr/>
        </p:nvSpPr>
        <p:spPr>
          <a:xfrm>
            <a:off x="6577912" y="2685502"/>
            <a:ext cx="1187831" cy="615003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treatment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2ABCEBB-EF1E-6208-2342-B8E65CD89252}"/>
              </a:ext>
            </a:extLst>
          </p:cNvPr>
          <p:cNvSpPr/>
          <p:nvPr/>
        </p:nvSpPr>
        <p:spPr>
          <a:xfrm>
            <a:off x="8107503" y="2246504"/>
            <a:ext cx="1045080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Australia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C2EB5B20-B8BB-5B02-40A5-824AFA8EC631}"/>
              </a:ext>
            </a:extLst>
          </p:cNvPr>
          <p:cNvCxnSpPr>
            <a:cxnSpLocks/>
          </p:cNvCxnSpPr>
          <p:nvPr/>
        </p:nvCxnSpPr>
        <p:spPr>
          <a:xfrm>
            <a:off x="7948623" y="2085752"/>
            <a:ext cx="0" cy="9205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FCB4CDB-1B9D-3179-E56C-A588DD8A8D71}"/>
              </a:ext>
            </a:extLst>
          </p:cNvPr>
          <p:cNvCxnSpPr>
            <a:cxnSpLocks/>
          </p:cNvCxnSpPr>
          <p:nvPr/>
        </p:nvCxnSpPr>
        <p:spPr>
          <a:xfrm>
            <a:off x="7948623" y="2528188"/>
            <a:ext cx="1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9A55C5E-A1C4-1A01-E7F4-583EDE05CFE6}"/>
              </a:ext>
            </a:extLst>
          </p:cNvPr>
          <p:cNvCxnSpPr>
            <a:cxnSpLocks/>
          </p:cNvCxnSpPr>
          <p:nvPr/>
        </p:nvCxnSpPr>
        <p:spPr>
          <a:xfrm>
            <a:off x="9152583" y="2528188"/>
            <a:ext cx="2012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01467CB-AF05-37BA-CF31-09188A6D1E09}"/>
              </a:ext>
            </a:extLst>
          </p:cNvPr>
          <p:cNvCxnSpPr>
            <a:cxnSpLocks/>
          </p:cNvCxnSpPr>
          <p:nvPr/>
        </p:nvCxnSpPr>
        <p:spPr>
          <a:xfrm>
            <a:off x="9358958" y="1805820"/>
            <a:ext cx="0" cy="13724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1BA0C0D-BCB8-237F-DE0B-898A36226CFB}"/>
              </a:ext>
            </a:extLst>
          </p:cNvPr>
          <p:cNvCxnSpPr>
            <a:cxnSpLocks/>
          </p:cNvCxnSpPr>
          <p:nvPr/>
        </p:nvCxnSpPr>
        <p:spPr>
          <a:xfrm flipH="1">
            <a:off x="7782253" y="2085752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F5771DF-15CF-D91B-EB2D-D28735743A1C}"/>
              </a:ext>
            </a:extLst>
          </p:cNvPr>
          <p:cNvCxnSpPr>
            <a:cxnSpLocks/>
          </p:cNvCxnSpPr>
          <p:nvPr/>
        </p:nvCxnSpPr>
        <p:spPr>
          <a:xfrm flipH="1">
            <a:off x="7785428" y="2994836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9B7FFFF5-9A5A-EE8C-D899-FD9A129C71AC}"/>
              </a:ext>
            </a:extLst>
          </p:cNvPr>
          <p:cNvCxnSpPr>
            <a:cxnSpLocks/>
          </p:cNvCxnSpPr>
          <p:nvPr/>
        </p:nvCxnSpPr>
        <p:spPr>
          <a:xfrm>
            <a:off x="9353878" y="3178306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2CCD8BBE-20E6-D09B-1D97-1FF0056CDFAC}"/>
              </a:ext>
            </a:extLst>
          </p:cNvPr>
          <p:cNvCxnSpPr>
            <a:cxnSpLocks/>
          </p:cNvCxnSpPr>
          <p:nvPr/>
        </p:nvCxnSpPr>
        <p:spPr>
          <a:xfrm>
            <a:off x="9351338" y="1805820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B7210D0-8F20-64CB-AA3C-35DCFD8DEFC9}"/>
              </a:ext>
            </a:extLst>
          </p:cNvPr>
          <p:cNvSpPr/>
          <p:nvPr/>
        </p:nvSpPr>
        <p:spPr>
          <a:xfrm>
            <a:off x="2618179" y="4427774"/>
            <a:ext cx="905764" cy="369332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B9E06137-61BC-0EA3-50BF-CFAD96B7BE63}"/>
              </a:ext>
            </a:extLst>
          </p:cNvPr>
          <p:cNvSpPr/>
          <p:nvPr/>
        </p:nvSpPr>
        <p:spPr>
          <a:xfrm>
            <a:off x="3997997" y="3850384"/>
            <a:ext cx="1707420" cy="415474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temperature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8FAA8DE6-35C2-F3FB-0B00-3DE872EF2257}"/>
              </a:ext>
            </a:extLst>
          </p:cNvPr>
          <p:cNvSpPr/>
          <p:nvPr/>
        </p:nvSpPr>
        <p:spPr>
          <a:xfrm>
            <a:off x="3985789" y="4329435"/>
            <a:ext cx="1734242" cy="612107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pollution degree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344632D0-3568-B8FD-AFD8-535A14237AAC}"/>
              </a:ext>
            </a:extLst>
          </p:cNvPr>
          <p:cNvSpPr/>
          <p:nvPr/>
        </p:nvSpPr>
        <p:spPr>
          <a:xfrm>
            <a:off x="4030204" y="5016267"/>
            <a:ext cx="1689827" cy="525204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stability of ecosystems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55A64B45-CDA9-C80E-87BB-6C181685F3D3}"/>
              </a:ext>
            </a:extLst>
          </p:cNvPr>
          <p:cNvSpPr/>
          <p:nvPr/>
        </p:nvSpPr>
        <p:spPr>
          <a:xfrm>
            <a:off x="6178243" y="4373803"/>
            <a:ext cx="1196340" cy="606773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prediction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E3894135-80B5-968D-F02E-461ADB213903}"/>
              </a:ext>
            </a:extLst>
          </p:cNvPr>
          <p:cNvSpPr/>
          <p:nvPr/>
        </p:nvSpPr>
        <p:spPr>
          <a:xfrm>
            <a:off x="7786062" y="4271092"/>
            <a:ext cx="1366521" cy="81219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and weaknesses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4180A556-08F6-8EF4-4CC3-83D9BCC99B25}"/>
              </a:ext>
            </a:extLst>
          </p:cNvPr>
          <p:cNvSpPr/>
          <p:nvPr/>
        </p:nvSpPr>
        <p:spPr>
          <a:xfrm>
            <a:off x="9701564" y="4365573"/>
            <a:ext cx="898819" cy="615003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thory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0F8C501-0449-5D76-74B0-6B5EFBD1C399}"/>
              </a:ext>
            </a:extLst>
          </p:cNvPr>
          <p:cNvSpPr txBox="1"/>
          <p:nvPr/>
        </p:nvSpPr>
        <p:spPr>
          <a:xfrm>
            <a:off x="9074542" y="4122346"/>
            <a:ext cx="822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Space</a:t>
            </a:r>
            <a:endParaRPr lang="zh-CN" altLang="en-US" sz="1600" b="1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BC594FB-002D-4E3B-2016-39BEE6BC63B7}"/>
              </a:ext>
            </a:extLst>
          </p:cNvPr>
          <p:cNvSpPr txBox="1"/>
          <p:nvPr/>
        </p:nvSpPr>
        <p:spPr>
          <a:xfrm>
            <a:off x="7228440" y="4091038"/>
            <a:ext cx="731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Time</a:t>
            </a:r>
            <a:endParaRPr lang="zh-CN" altLang="en-US" sz="1600" b="1" dirty="0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52308FA-6AD6-0EEE-F246-1D2E699B0C30}"/>
              </a:ext>
            </a:extLst>
          </p:cNvPr>
          <p:cNvCxnSpPr>
            <a:cxnSpLocks/>
          </p:cNvCxnSpPr>
          <p:nvPr/>
        </p:nvCxnSpPr>
        <p:spPr>
          <a:xfrm flipH="1">
            <a:off x="7387918" y="4667494"/>
            <a:ext cx="4020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15933E0E-5C0F-B9EE-F6CD-84E88820E49B}"/>
              </a:ext>
            </a:extLst>
          </p:cNvPr>
          <p:cNvCxnSpPr>
            <a:cxnSpLocks/>
          </p:cNvCxnSpPr>
          <p:nvPr/>
        </p:nvCxnSpPr>
        <p:spPr>
          <a:xfrm flipV="1">
            <a:off x="9157919" y="4667494"/>
            <a:ext cx="543645" cy="96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F2278D5A-62B5-7BFF-DEDC-E47D480CE6C0}"/>
              </a:ext>
            </a:extLst>
          </p:cNvPr>
          <p:cNvSpPr/>
          <p:nvPr/>
        </p:nvSpPr>
        <p:spPr>
          <a:xfrm>
            <a:off x="250755" y="551793"/>
            <a:ext cx="10374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23,F</a:t>
            </a:r>
          </a:p>
          <a:p>
            <a:r>
              <a:rPr lang="zh-CN" altLang="en-US" dirty="0"/>
              <a:t>2311258</a:t>
            </a:r>
          </a:p>
        </p:txBody>
      </p:sp>
    </p:spTree>
    <p:extLst>
      <p:ext uri="{BB962C8B-B14F-4D97-AF65-F5344CB8AC3E}">
        <p14:creationId xmlns:p14="http://schemas.microsoft.com/office/powerpoint/2010/main" val="48851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53</Words>
  <Application>Microsoft Office PowerPoint</Application>
  <PresentationFormat>宽屏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YUMING</dc:creator>
  <cp:lastModifiedBy>CHEN YUMING</cp:lastModifiedBy>
  <cp:revision>1</cp:revision>
  <dcterms:created xsi:type="dcterms:W3CDTF">2026-06-28T19:15:09Z</dcterms:created>
  <dcterms:modified xsi:type="dcterms:W3CDTF">2026-06-28T19:22:40Z</dcterms:modified>
</cp:coreProperties>
</file>